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4608c16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4608c16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94608c1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94608c1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94608c1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94608c1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94608c1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94608c1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94608c1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94608c1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4608c1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4608c1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94608c16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94608c16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94608c16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94608c16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4608c16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94608c16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94608c16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94608c16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94608c16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94608c16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4d343a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94d343a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94d343a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94d343a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94d343a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94d343a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94d343a6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94d343a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94d343a6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94d343a6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94d343a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94d343a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Pixnapping Linux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Ashwin Nimmal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Definitions: Side Channel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Information leaked from a target system which can be used to infer sensitive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 timing, power usage, cache accesses, acoustic emissions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Side-Channel Attack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8" name="Google Shape;68;p15" title="Screenshot 2026-02-18 at 3.00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00" y="1017725"/>
            <a:ext cx="7682400" cy="39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Side-Channel Attack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5" name="Google Shape;75;p16" title="Screenshot 2026-02-18 at 3.00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88" y="1017725"/>
            <a:ext cx="7716024" cy="40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 Stealing Attacks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Type of timing side-channel attack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Utilizes color-dependent timing differences in graphical transformations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First fleshed out by Paul Stone in 2013 using iframes and SVG filters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Screenshot 2026-02-18 at 2.5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25" y="451900"/>
            <a:ext cx="9018750" cy="42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 Stealing Attacks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Screenshot 2026-02-18 at 2.5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438150"/>
            <a:ext cx="8782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6972075" y="863550"/>
            <a:ext cx="321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 Stealing Attacks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 title="Screenshot 2026-02-18 at 2.5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017725"/>
            <a:ext cx="8782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takes 200ms to blueify a yellow pixel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takes 40ms to blueify a black pixel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 Stealing Attacks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Stone-style Pixel Stealing Attack Structure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Embed victim website in iframe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Apply graphical transformations to individual pixels in iframe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Measure side channels from computation to infer pixel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Art: Pixnapping Android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Expansion of browser-based pixel stealing attacks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Pixel stealing attack on smartphones running Android operating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Utilizes GPU.zip side channel with Android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infer pixel data from </a:t>
            </a:r>
            <a:r>
              <a:rPr b="1" lang="en"/>
              <a:t>any application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GPU.zip Side Channel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GPU compresses graphical frames for DRAM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Compression algorithm uses data-dependent compression ratio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Results in data-dependent DRAM traffic and data-dependent rendering time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Pixnapping Attack Structure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OS mechanisms to invoke rendering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Somehow perform a computation on individual pixels in victim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Measure side channel to infer pixel values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Invoke Rendering Pipeline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Android allows inter-app interactions via “intents”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used to submit frames to be rendered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Attacker app stealthily embeds victim app in itself on victim app launch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intents to invoke rendering pipeline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on Individual Pixels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complex part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Isolate individual pixels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Enlarge the pixels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 computation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Feed to side channel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 side channel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Application natively measures side channel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any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Infer pixel values from side channel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recover any pixels from any victim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Private texts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Google Authenticator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“Letting adversaries compute on your pixels </a:t>
            </a:r>
            <a:r>
              <a:rPr i="1" lang="en"/>
              <a:t>will</a:t>
            </a:r>
            <a:r>
              <a:rPr lang="en"/>
              <a:t> leak them” - Wang et. al.</a:t>
            </a:r>
            <a:endParaRPr/>
          </a:p>
        </p:txBody>
      </p:sp>
      <p:pic>
        <p:nvPicPr>
          <p:cNvPr id="151" name="Google Shape;151;p28" title="Screenshot 2026-02-18 at 4.51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700" y="2571750"/>
            <a:ext cx="5274299" cy="15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3351500" y="3893950"/>
            <a:ext cx="1472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Wang et. al, 2025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do this on regular desktop Linux?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Implement a Pixnapping-style attack to extract victim pixels in desktop Linux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Follow Android-based example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Metrics and Evaluation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Target Metrics: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Functional exploit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Relatively fast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Evaluation: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 as Pixnapping paper: 48x48 checkerboard from Andrysco et. al. in victim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exploit to classify pixels as black or white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Tools: TBD, but likely not much other than standard programming languages and Linux itself (probably ubuntu)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