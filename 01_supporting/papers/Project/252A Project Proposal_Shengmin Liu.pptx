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ee50019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ee50019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ee50019b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ee50019b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ee50019b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ee50019b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ee50019b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ee50019b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e50019b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ee50019b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ee50019b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ee50019b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9720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CS252 Project </a:t>
            </a:r>
            <a:r>
              <a:rPr lang="en"/>
              <a:t>Proposal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Perceptron-Based BP</a:t>
            </a:r>
            <a:endParaRPr sz="4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Shengmin Liu, Jiaqi Huang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Predictor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Branch Prediction: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performance cost per error for modern processors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Errors </a:t>
            </a:r>
            <a:r>
              <a:rPr lang="en"/>
              <a:t>concentrated</a:t>
            </a:r>
            <a:r>
              <a:rPr lang="en"/>
              <a:t> on hard branches that limits further gain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relevance in modern workloads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Influence on other part of computer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Prediction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Static Prediction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Dynamic predictors</a:t>
            </a:r>
            <a:endParaRPr sz="23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2-bit </a:t>
            </a:r>
            <a:r>
              <a:rPr lang="en" sz="1900"/>
              <a:t>predictor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2-level predictor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/>
              <a:t>Hybrid predictor</a:t>
            </a:r>
            <a:endParaRPr sz="190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2645" y="1152470"/>
            <a:ext cx="2259725" cy="15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3575" y="3006496"/>
            <a:ext cx="3041050" cy="165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/>
              <a:t>Modern Predictors - TAGE(Tagge Geometry History Length)</a:t>
            </a:r>
            <a:endParaRPr sz="242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</a:t>
            </a:r>
            <a:r>
              <a:rPr lang="en"/>
              <a:t>ses multiple prediction tables indexed by different global history lengths and selects the longest-history entry whose tag matches the branch, reducing aliasing and adapting to diverse branch behaviors.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Index all tables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Tags and select the one with longest history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Counter - taken or not taken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Updates counters, usefulness, history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Most modern BPs use TAGE as the base.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State-of-the-art solutions: Perceptron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TAGE: Find a memorized pattern for this branch at the right history length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Learn a weighted combination of past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predicts based on a constant branch bias wo and correlation strength with past predictions wi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4225" y="2180875"/>
            <a:ext cx="2715525" cy="7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Analysis of Branch Predictor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simulation through Gem5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implementation through Chisel and Chipyard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Metrics: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Gem5: Hit/Miss Rate(MPKI), CPI, workload sensitivity, etc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Chipyard: RTL functionality, Timing, Area, Power, etc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Benchmarks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 to </a:t>
            </a:r>
            <a:r>
              <a:rPr lang="en"/>
              <a:t>investigate</a:t>
            </a:r>
            <a:r>
              <a:rPr lang="en"/>
              <a:t> the </a:t>
            </a:r>
            <a:r>
              <a:rPr lang="en"/>
              <a:t>performance</a:t>
            </a:r>
            <a:r>
              <a:rPr lang="en"/>
              <a:t> of branch predictor on different branch workloads: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Regular: for sanity and functionality check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Loop-heavy, nested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Data-dependent, irregular branches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