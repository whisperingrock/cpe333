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8e8007d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8e8007d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40c746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40c746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8e8007dd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8e8007d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8e8007dd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8e8007dd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8e8007dd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c8e8007dd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940c746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940c746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8e8007dde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8e8007dd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940c7466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940c7466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CS252a Project Proposal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Anjo Pagdanganan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998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MRI: Shoot radio waves at your subject, they emit radio waves back depending on how they are magnetized and the properties of their tissues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Samples you get back are the Fourier transform of their body</a:t>
            </a:r>
            <a:endParaRPr b="1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152470"/>
            <a:ext cx="3000000" cy="308400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5774400" y="43712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https://www.mriquestions.com/radial-sampling.html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546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Conventional sampling techniques: </a:t>
            </a:r>
            <a:br>
              <a:rPr lang="en"/>
            </a:br>
            <a:r>
              <a:rPr b="1" lang="en"/>
              <a:t>collect everything on a Cartesian grid → inverse FFT → image!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Takes a while! 5 minutes for a high quality, fully sampled 3D scan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Kind of rough for things like radiology where you want real-time MR views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152470"/>
            <a:ext cx="3000000" cy="308400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774400" y="43712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https://www.mriquestions.com/radial-sampling.html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Undersampling helps speed up the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Radial undersampling is specifically robust to motion + tenable to some schemes that make things quieter</a:t>
            </a:r>
            <a:br>
              <a:rPr lang="en"/>
            </a:br>
            <a:br>
              <a:rPr lang="en"/>
            </a:br>
            <a:r>
              <a:rPr b="1" lang="en"/>
              <a:t>→ no longer on a Cartesian grid, can’t just inverse FFT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Many reconstruction methods use the</a:t>
            </a:r>
            <a:br>
              <a:rPr lang="en"/>
            </a:br>
            <a:r>
              <a:rPr lang="en"/>
              <a:t>adjoint Non-Uniform Fast Fourier Transform</a:t>
            </a:r>
            <a:br>
              <a:rPr lang="en"/>
            </a:br>
            <a:r>
              <a:rPr lang="en"/>
              <a:t>(NUFFT)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9586" l="8170" r="17080" t="9180"/>
          <a:stretch/>
        </p:blipFill>
        <p:spPr>
          <a:xfrm>
            <a:off x="6802350" y="1831250"/>
            <a:ext cx="2029950" cy="17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7513" y="3574400"/>
            <a:ext cx="1459623" cy="15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141850" y="47036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https://www.mriquestions.com/radial-sampling.html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Adjoint NUFFT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0"/>
            <a:ext cx="9144000" cy="31362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4751100" y="4423475"/>
            <a:ext cx="4392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595959"/>
                </a:solidFill>
              </a:rPr>
              <a:t>(from Frank Ong’s Non-Cartesian Recon Tutorial) </a:t>
            </a:r>
            <a:endParaRPr sz="1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18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Accelerating Adjoint NUFFT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0"/>
            <a:ext cx="9144000" cy="3136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" y="1017750"/>
            <a:ext cx="5035025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137850" y="927800"/>
            <a:ext cx="4375800" cy="12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Gridding operator: usually interpolation with Kaiser-Bessel kernel onto oversampled Cartesian grid</a:t>
            </a:r>
            <a:endParaRPr sz="1800"/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Explicit i</a:t>
            </a:r>
            <a:r>
              <a:rPr b="1" lang="en" sz="1800"/>
              <a:t>nterpolation is time consuming</a:t>
            </a:r>
            <a:endParaRPr sz="18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525" y="1152475"/>
            <a:ext cx="447800" cy="313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137850" y="3101325"/>
            <a:ext cx="42141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Instead, can summarize all interpolations into a big matrix multiplication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Resulting matrix is sparse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58947"/>
            <a:ext cx="8520600" cy="3905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Shao et 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4400700" cy="33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Irregular memory access patterns… raises some questions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Memory bandwidth? Cache hit rate?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However, observe readout trajectory is structured and static</a:t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9584" l="8170" r="17080" t="0"/>
          <a:stretch/>
        </p:blipFill>
        <p:spPr>
          <a:xfrm>
            <a:off x="4985400" y="1152475"/>
            <a:ext cx="3507601" cy="335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+ Experiments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Profile memory bandwidth, cache hit rate, wall clock speedup of representative 3D adjoint NUFFT reconstruction with Nvidia Nsight Compute</a:t>
            </a:r>
            <a:endParaRPr/>
          </a:p>
        </p:txBody>
      </p:sp>
      <p:pic>
        <p:nvPicPr>
          <p:cNvPr id="120" name="Google Shape;120;p21"/>
          <p:cNvPicPr preferRelativeResize="0"/>
          <p:nvPr/>
        </p:nvPicPr>
        <p:blipFill rotWithShape="1">
          <a:blip r:embed="rId3">
            <a:alphaModFix/>
          </a:blip>
          <a:srcRect b="9584" l="8170" r="17080" t="0"/>
          <a:stretch/>
        </p:blipFill>
        <p:spPr>
          <a:xfrm>
            <a:off x="311700" y="2965075"/>
            <a:ext cx="2127649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1"/>
          <p:cNvSpPr txBox="1"/>
          <p:nvPr/>
        </p:nvSpPr>
        <p:spPr>
          <a:xfrm>
            <a:off x="2439350" y="2808175"/>
            <a:ext cx="63930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If time permits, can we exploit properties of trajectory for better cache locality / parallelism?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…a custom kernel, or some sort of trajectory-aware software prefetching?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311700" y="2027875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First step: profile which sparse matrix implementation optimizes these best</a:t>
            </a:r>
            <a:br>
              <a:rPr lang="en" sz="1800">
                <a:solidFill>
                  <a:schemeClr val="dk2"/>
                </a:solidFill>
              </a:rPr>
            </a:br>
            <a:r>
              <a:rPr lang="en" sz="1800">
                <a:solidFill>
                  <a:schemeClr val="dk2"/>
                </a:solidFill>
              </a:rPr>
              <a:t>Current standard: naive COO implementation in torchkbnufft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