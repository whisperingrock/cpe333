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ee50019b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ee50019b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f099db9e8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f099db9e8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f099db9e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f099db9e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ee50019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ee50019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ee50019b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ee50019b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0bf4d372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0bf4d372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9466d8ae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9466d8ae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ee50019b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ee50019b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9466d8ae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9466d8ae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0bf4d372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0bf4d372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480"/>
              <a:t>Building block-diagonal attention kernel with attention bias</a:t>
            </a:r>
            <a:endParaRPr sz="44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Eric Qu and Yiheng Du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20"/>
              <a:t>Problem Statement</a:t>
            </a:r>
            <a:endParaRPr sz="24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Attention mechanism drives modern deep 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Quadratic in sequence length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7325" y="2126313"/>
            <a:ext cx="6029325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20"/>
              <a:t>Problem Statement</a:t>
            </a:r>
            <a:endParaRPr sz="2420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</a:t>
            </a:r>
            <a:r>
              <a:rPr lang="en"/>
              <a:t>eople use packing to deal with irregular length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350" y="2110049"/>
            <a:ext cx="8129300" cy="213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20"/>
              <a:t>Problem Statement</a:t>
            </a:r>
            <a:endParaRPr sz="242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motivates the block-diagonal attention in language models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8737" y="2190263"/>
            <a:ext cx="5966525" cy="267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584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field of</a:t>
            </a:r>
            <a:r>
              <a:rPr lang="en"/>
              <a:t> AI for Chemical Sciences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State-of-the-art models uses attention across atoms to perform prediction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Molecules </a:t>
            </a:r>
            <a:r>
              <a:rPr lang="en"/>
              <a:t>on representative datasets </a:t>
            </a:r>
            <a:r>
              <a:rPr lang="en"/>
              <a:t>differ from each other in the number of atoms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Training a batch of molecules consists of “packing” them together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Current attention kernels are inefficient for block-diagonal attention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4225" y="2618575"/>
            <a:ext cx="2412225" cy="214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 title="Screenshot 2026-02-18 at 5.18.4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0125" y="341750"/>
            <a:ext cx="2196325" cy="194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</a:t>
            </a:r>
            <a:r>
              <a:rPr lang="en"/>
              <a:t>: Flash Attention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60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Put tiles of QKT on SRAM for better </a:t>
            </a:r>
            <a:r>
              <a:rPr lang="en"/>
              <a:t>throughput (never materialize the matrix)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Online Softmax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Works for large matrix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4201" y="2223724"/>
            <a:ext cx="7135575" cy="2919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Baseline: xFormers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5240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Includes kernel patterns like block-diagonal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Memory-efficient attention-based implementation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Legacy package, missing support for</a:t>
            </a:r>
            <a:br>
              <a:rPr lang="en"/>
            </a:br>
            <a:r>
              <a:rPr lang="en"/>
              <a:t>a few data types on modern devices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4200" y="3812198"/>
            <a:ext cx="3045975" cy="89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 rotWithShape="1">
          <a:blip r:embed="rId4">
            <a:alphaModFix/>
          </a:blip>
          <a:srcRect b="0" l="50000" r="0" t="0"/>
          <a:stretch/>
        </p:blipFill>
        <p:spPr>
          <a:xfrm>
            <a:off x="5624675" y="1241575"/>
            <a:ext cx="3305498" cy="2346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 title="Screenshot 2026-02-18 at 5.20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5350" y="1486538"/>
            <a:ext cx="3676950" cy="274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</a:t>
            </a:r>
            <a:r>
              <a:rPr lang="en"/>
              <a:t>: Flex Attention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24775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BlockMask Guided Indirect Memory Access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newer package, still based on flash attention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Implementation: </a:t>
            </a:r>
            <a:r>
              <a:rPr lang="en"/>
              <a:t>Multi-Segment per CTA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Benchmark and profile existing kernels for size vs throughput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results to motivate the parallelism based on block size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What to put on SRAM vs HBM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Parallel a few small blocks on SRAM</a:t>
            </a:r>
            <a:endParaRPr sz="1600"/>
          </a:p>
        </p:txBody>
      </p:sp>
      <p:pic>
        <p:nvPicPr>
          <p:cNvPr id="113" name="Google Shape;113;p21"/>
          <p:cNvPicPr preferRelativeResize="0"/>
          <p:nvPr/>
        </p:nvPicPr>
        <p:blipFill rotWithShape="1">
          <a:blip r:embed="rId3">
            <a:alphaModFix/>
          </a:blip>
          <a:srcRect b="14061" l="0" r="0" t="12241"/>
          <a:stretch/>
        </p:blipFill>
        <p:spPr>
          <a:xfrm>
            <a:off x="1895400" y="2513425"/>
            <a:ext cx="5353213" cy="263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 and Metric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will use Nsight to measure: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Latency per token (µs / token)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Latency per segment (µs / segment)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Achieved occupancy / active warps per SM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Arithmetic intensity / TFLOPs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