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d6927f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d6927f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bd6927f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bd6927f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bd6927f4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bd6927f4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Data Hazards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904700" y="1712475"/>
            <a:ext cx="15834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Control Unit for the Pipeline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350" y="424025"/>
            <a:ext cx="4017725" cy="45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6750"/>
            <a:ext cx="3433875" cy="46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775450" y="1793250"/>
            <a:ext cx="1971000" cy="19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 Hazard Unit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953175" y="1712475"/>
            <a:ext cx="19224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Control Hazard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7975" y="152400"/>
            <a:ext cx="2597150" cy="12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5575" y="2970537"/>
            <a:ext cx="4473951" cy="4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951775" y="1343400"/>
            <a:ext cx="166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 Fetch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875575" y="3464975"/>
            <a:ext cx="58284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Later on use the out flush to decide if the inst can write to RF or DM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